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3.svg" ContentType="image/svg"/>
  <Override PartName="/ppt/media/image6.png" ContentType="image/png"/>
  <Override PartName="/ppt/media/image2.png" ContentType="image/png"/>
  <Override PartName="/ppt/media/image4.jpeg" ContentType="image/jpeg"/>
  <Override PartName="/ppt/media/image5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109608-4B08-46E8-92AF-7E7FF83AD9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9B165B-081E-4C1F-A630-347F75E00D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"/>
          <p:cNvGrpSpPr/>
          <p:nvPr/>
        </p:nvGrpSpPr>
        <p:grpSpPr>
          <a:xfrm>
            <a:off x="8540280" y="5065920"/>
            <a:ext cx="1280160" cy="548640"/>
            <a:chOff x="8540280" y="5065920"/>
            <a:chExt cx="1280160" cy="548640"/>
          </a:xfrm>
        </p:grpSpPr>
        <p:sp>
          <p:nvSpPr>
            <p:cNvPr id="31" name=""/>
            <p:cNvSpPr/>
            <p:nvPr/>
          </p:nvSpPr>
          <p:spPr>
            <a:xfrm flipV="1" rot="21598800">
              <a:off x="9637560" y="543168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 flipV="1" rot="21598800">
              <a:off x="9271800" y="543168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 flipV="1" rot="21598800">
              <a:off x="8906400" y="543168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 flipV="1" rot="21598800">
              <a:off x="8540280" y="543168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 flipV="1" rot="21598800">
              <a:off x="8540280" y="506592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V="1" rot="21598800">
              <a:off x="8906400" y="50659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V="1" rot="21598800">
              <a:off x="9271800" y="50662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 flipV="1" rot="21598800">
              <a:off x="9637560" y="506592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9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0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6708BFF-9F1E-4648-8004-047C13B1C86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49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5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56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r>
              <a:rPr b="1" lang="en-US" sz="4400" strike="noStrike" u="wavyHeavy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wavyHeavy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8C9AD8A-D4C8-437A-A217-5023D4EC4B6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1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2EF6172-E68A-4B73-B830-3F114BAB13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87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8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0C05622-5E8F-49AD-8FCF-103F7BBD740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dgm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4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88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9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0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5B59106-C91D-450B-B1DD-15C9FAE8ACE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76954C7-E9DA-46D8-AC8B-B1926D3BE87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"/>
          <p:cNvGrpSpPr/>
          <p:nvPr/>
        </p:nvGrpSpPr>
        <p:grpSpPr>
          <a:xfrm>
            <a:off x="2982960" y="1548000"/>
            <a:ext cx="5982480" cy="3326040"/>
            <a:chOff x="2982960" y="1548000"/>
            <a:chExt cx="5982480" cy="3326040"/>
          </a:xfrm>
        </p:grpSpPr>
        <p:sp>
          <p:nvSpPr>
            <p:cNvPr id="121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3" name=""/>
            <p:cNvSpPr txBox="1"/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en-US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b="0" lang="en-US" sz="80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4" name=""/>
            <p:cNvSpPr txBox="1"/>
            <p:nvPr/>
          </p:nvSpPr>
          <p:spPr>
            <a:xfrm>
              <a:off x="7868160" y="339984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en-US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b="0" lang="en-US" sz="80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26" name=""/>
          <p:cNvGrpSpPr/>
          <p:nvPr/>
        </p:nvGrpSpPr>
        <p:grpSpPr>
          <a:xfrm>
            <a:off x="-927000" y="-375120"/>
            <a:ext cx="3796200" cy="6389640"/>
            <a:chOff x="-927000" y="-375120"/>
            <a:chExt cx="3796200" cy="6389640"/>
          </a:xfrm>
        </p:grpSpPr>
        <p:sp>
          <p:nvSpPr>
            <p:cNvPr id="127" name=""/>
            <p:cNvSpPr/>
            <p:nvPr/>
          </p:nvSpPr>
          <p:spPr>
            <a:xfrm rot="5400000">
              <a:off x="459720" y="-221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144440" y="-213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9" name=""/>
            <p:cNvSpPr/>
            <p:nvPr/>
          </p:nvSpPr>
          <p:spPr>
            <a:xfrm rot="5400000">
              <a:off x="-231480" y="450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448200" y="456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 rot="5400000">
              <a:off x="438840" y="1140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1124280" y="1149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-927000" y="1809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 rot="5400000">
              <a:off x="-245520" y="1815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430560" y="1824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6" name=""/>
            <p:cNvSpPr/>
            <p:nvPr/>
          </p:nvSpPr>
          <p:spPr>
            <a:xfrm rot="5400000">
              <a:off x="1113480" y="1833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796040" y="1839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-253440" y="24984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 rot="5400000">
              <a:off x="421920" y="2508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 rot="5400000">
              <a:off x="-262800" y="31802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-271440" y="38624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 rot="5400000">
              <a:off x="409320" y="3872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 rot="5400000">
              <a:off x="-283320" y="45450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399600" y="4554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-291240" y="52282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070640" y="5248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7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8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9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9981C07-20D0-47BF-A269-E813240E280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6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57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58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5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6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67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68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9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0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1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2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4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32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288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504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72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93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115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A71F39D-5874-445D-B3A3-0B384F60499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1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2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3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4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5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6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2EB1C72-7FCB-49E9-B95F-468B9462ADF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" name=""/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 algn="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2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3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B85FF0B-0B64-4B7A-9710-3B0A663E857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20000" cy="7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 algn="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ИС для жильцов ЖК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2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VorodipOrevtehc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4D2329C-4694-4C38-8A68-35D4A7CD41AE}" type="datetime1">
              <a:rPr lang="en-US"/>
              <a:t>06/07/26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Цели и задачи проекта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Управление экранами в ЖК с помощью веб-приложения для администраторов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Отображение информации на экранах через приложение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Стек технологий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API сервер: C#, swagger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Мобильное приложение: android, java.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Веб-приложение: node js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База данных: Lite DB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3043800" y="3471120"/>
            <a:ext cx="264600" cy="264600"/>
          </a:xfrm>
          <a:prstGeom prst="flowChartConnector">
            <a:avLst/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Функционал системы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31896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Управление информацией с помощью API сервера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8000" y="2628000"/>
            <a:ext cx="2961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36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Взаимодействие экранов с API сервером</a:t>
            </a:r>
            <a:endParaRPr b="0" lang="en-US" sz="236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68000" y="4104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Веб-приложение для работы с экранами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3" name=""/>
          <p:cNvSpPr/>
          <p:nvPr/>
        </p:nvSpPr>
        <p:spPr>
          <a:xfrm>
            <a:off x="3042000" y="2250000"/>
            <a:ext cx="264600" cy="264600"/>
          </a:xfrm>
          <a:prstGeom prst="flowChartConnector">
            <a:avLst/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4" name=""/>
          <p:cNvSpPr/>
          <p:nvPr/>
        </p:nvSpPr>
        <p:spPr>
          <a:xfrm>
            <a:off x="2970000" y="2286000"/>
            <a:ext cx="228600" cy="173880"/>
          </a:xfrm>
          <a:prstGeom prst="line">
            <a:avLst/>
          </a:prstGeom>
          <a:ln w="2916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5" name=""/>
          <p:cNvSpPr/>
          <p:nvPr/>
        </p:nvSpPr>
        <p:spPr>
          <a:xfrm flipH="1">
            <a:off x="3188160" y="2231280"/>
            <a:ext cx="173880" cy="210240"/>
          </a:xfrm>
          <a:prstGeom prst="line">
            <a:avLst/>
          </a:prstGeom>
          <a:ln w="2916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"/>
          <p:cNvSpPr/>
          <p:nvPr/>
        </p:nvSpPr>
        <p:spPr>
          <a:xfrm flipH="1">
            <a:off x="3200400" y="3416400"/>
            <a:ext cx="173880" cy="210240"/>
          </a:xfrm>
          <a:prstGeom prst="line">
            <a:avLst/>
          </a:prstGeom>
          <a:ln w="29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>
            <a:off x="2971800" y="3471120"/>
            <a:ext cx="228600" cy="173880"/>
          </a:xfrm>
          <a:prstGeom prst="line">
            <a:avLst/>
          </a:prstGeom>
          <a:ln w="2916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>
            <a:off x="3072960" y="4819320"/>
            <a:ext cx="264600" cy="264600"/>
          </a:xfrm>
          <a:prstGeom prst="flowChartConnector">
            <a:avLst/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>
            <a:off x="3000960" y="4855320"/>
            <a:ext cx="228600" cy="173880"/>
          </a:xfrm>
          <a:prstGeom prst="line">
            <a:avLst/>
          </a:prstGeom>
          <a:ln w="2916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"/>
          <p:cNvSpPr/>
          <p:nvPr/>
        </p:nvSpPr>
        <p:spPr>
          <a:xfrm flipH="1">
            <a:off x="3219120" y="4800600"/>
            <a:ext cx="173880" cy="210240"/>
          </a:xfrm>
          <a:prstGeom prst="line">
            <a:avLst/>
          </a:prstGeom>
          <a:ln w="2916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400800" y="1143000"/>
            <a:ext cx="31896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Приложение для отображения информации на экранах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"/>
          <p:cNvSpPr/>
          <p:nvPr/>
        </p:nvSpPr>
        <p:spPr>
          <a:xfrm>
            <a:off x="9239400" y="2304720"/>
            <a:ext cx="264600" cy="264600"/>
          </a:xfrm>
          <a:prstGeom prst="flowChartConnector">
            <a:avLst/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3" name=""/>
          <p:cNvSpPr/>
          <p:nvPr/>
        </p:nvSpPr>
        <p:spPr>
          <a:xfrm>
            <a:off x="9167400" y="2340720"/>
            <a:ext cx="228600" cy="173880"/>
          </a:xfrm>
          <a:prstGeom prst="line">
            <a:avLst/>
          </a:prstGeom>
          <a:ln w="2916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4" name=""/>
          <p:cNvSpPr/>
          <p:nvPr/>
        </p:nvSpPr>
        <p:spPr>
          <a:xfrm flipH="1">
            <a:off x="9385560" y="2286000"/>
            <a:ext cx="173880" cy="210240"/>
          </a:xfrm>
          <a:prstGeom prst="line">
            <a:avLst/>
          </a:prstGeom>
          <a:ln w="2916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411600" y="2710800"/>
            <a:ext cx="31896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Активация режима ЧС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6" name=""/>
          <p:cNvSpPr/>
          <p:nvPr/>
        </p:nvSpPr>
        <p:spPr>
          <a:xfrm>
            <a:off x="9239760" y="3524760"/>
            <a:ext cx="264600" cy="264600"/>
          </a:xfrm>
          <a:prstGeom prst="flowChartConnector">
            <a:avLst/>
          </a:prstGeom>
          <a:solidFill>
            <a:srgbClr val="ffffff"/>
          </a:solidFill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7" name=""/>
          <p:cNvSpPr/>
          <p:nvPr/>
        </p:nvSpPr>
        <p:spPr>
          <a:xfrm>
            <a:off x="9239760" y="3560760"/>
            <a:ext cx="228600" cy="173880"/>
          </a:xfrm>
          <a:prstGeom prst="line">
            <a:avLst/>
          </a:prstGeom>
          <a:ln w="29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8" name=""/>
          <p:cNvSpPr/>
          <p:nvPr/>
        </p:nvSpPr>
        <p:spPr>
          <a:xfrm flipH="1">
            <a:off x="9277920" y="3542040"/>
            <a:ext cx="173880" cy="210240"/>
          </a:xfrm>
          <a:prstGeom prst="line">
            <a:avLst/>
          </a:prstGeom>
          <a:ln w="29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Веб-приложение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221" name="" descr=""/>
          <p:cNvPicPr/>
          <p:nvPr/>
        </p:nvPicPr>
        <p:blipFill>
          <a:blip r:embed="rId1"/>
          <a:srcRect l="19008" t="16122" r="18360" b="19363"/>
          <a:stretch/>
        </p:blipFill>
        <p:spPr>
          <a:xfrm>
            <a:off x="3657600" y="1564200"/>
            <a:ext cx="5185440" cy="27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133200" cy="90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Приложение для экранов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1"/>
          <a:srcRect l="33663" t="0" r="34583" b="0"/>
          <a:stretch/>
        </p:blipFill>
        <p:spPr>
          <a:xfrm>
            <a:off x="3020400" y="1600200"/>
            <a:ext cx="2057400" cy="344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2"/>
          <a:srcRect l="33663" t="0" r="34583" b="0"/>
          <a:stretch/>
        </p:blipFill>
        <p:spPr>
          <a:xfrm>
            <a:off x="649800" y="1600200"/>
            <a:ext cx="2057400" cy="342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3"/>
          <a:srcRect l="33663" t="0" r="34583" b="0"/>
          <a:stretch/>
        </p:blipFill>
        <p:spPr>
          <a:xfrm>
            <a:off x="5385240" y="1600200"/>
            <a:ext cx="2063160" cy="342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" descr=""/>
          <p:cNvPicPr/>
          <p:nvPr/>
        </p:nvPicPr>
        <p:blipFill>
          <a:blip r:embed="rId4"/>
          <a:srcRect l="33663" t="0" r="34583" b="0"/>
          <a:stretch/>
        </p:blipFill>
        <p:spPr>
          <a:xfrm>
            <a:off x="7713000" y="1600200"/>
            <a:ext cx="2057400" cy="342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Roadmap системы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8" name=""/>
          <p:cNvSpPr/>
          <p:nvPr/>
        </p:nvSpPr>
        <p:spPr>
          <a:xfrm>
            <a:off x="264600" y="3043800"/>
            <a:ext cx="9601200" cy="0"/>
          </a:xfrm>
          <a:prstGeom prst="line">
            <a:avLst/>
          </a:prstGeom>
          <a:ln w="5724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8440" rIns="118440" tIns="-73440" bIns="-7344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57200" y="4356000"/>
            <a:ext cx="3886200" cy="16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Анализ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предметной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области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0" name=""/>
          <p:cNvSpPr/>
          <p:nvPr/>
        </p:nvSpPr>
        <p:spPr>
          <a:xfrm>
            <a:off x="1371600" y="1414440"/>
            <a:ext cx="0" cy="1629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pPr algn="ctr"/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456200" y="1342440"/>
            <a:ext cx="3886200" cy="16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Создание макетов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2" name=""/>
          <p:cNvSpPr/>
          <p:nvPr/>
        </p:nvSpPr>
        <p:spPr>
          <a:xfrm>
            <a:off x="349200" y="3043800"/>
            <a:ext cx="0" cy="1629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3" name=""/>
          <p:cNvSpPr/>
          <p:nvPr/>
        </p:nvSpPr>
        <p:spPr>
          <a:xfrm>
            <a:off x="2743200" y="3014640"/>
            <a:ext cx="0" cy="1629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2971800" y="4379400"/>
            <a:ext cx="3886200" cy="16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Создание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прототипов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приложений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5" name=""/>
          <p:cNvSpPr/>
          <p:nvPr/>
        </p:nvSpPr>
        <p:spPr>
          <a:xfrm>
            <a:off x="4343400" y="1407600"/>
            <a:ext cx="0" cy="1629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379400" y="1342440"/>
            <a:ext cx="3886200" cy="16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Оптимизация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текущего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кода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Приложений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(текущий этап)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7" name=""/>
          <p:cNvSpPr/>
          <p:nvPr/>
        </p:nvSpPr>
        <p:spPr>
          <a:xfrm>
            <a:off x="5968800" y="3043800"/>
            <a:ext cx="0" cy="1629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7304400" y="1335600"/>
            <a:ext cx="3886200" cy="16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Полная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интеграция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приложений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с API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9" name=""/>
          <p:cNvSpPr/>
          <p:nvPr/>
        </p:nvSpPr>
        <p:spPr>
          <a:xfrm>
            <a:off x="7198200" y="1414440"/>
            <a:ext cx="0" cy="1629360"/>
          </a:xfrm>
          <a:prstGeom prst="line">
            <a:avLst/>
          </a:prstGeom>
          <a:ln w="381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112800" y="4078800"/>
            <a:ext cx="3886200" cy="16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Создание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готового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интерфейса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приложений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LibreOffice/25.2.6.2$Linux_X86_64 LibreOffice_project/40d1a0e1d5bdf1afaeae24d9ece32bbb00fa66a4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2026-06-07T10:47:27Z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2026-06-07T11:23:46Z</dcterms:modified>
  <cp:revision>3</cp:revision>
  <dc:subject/>
  <dc:title>Grey Elegant</dc:title>
</cp:coreProperties>
</file>